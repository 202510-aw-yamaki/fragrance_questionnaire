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 w="12700">
            <a:solidFill>
              <a:srgbClr val="FFF9F1"/>
            </a:solidFill>
            <a:prstDash val="solid"/>
          </a:ln>
        </p:spPr>
      </p:sp>
      <p:pic>
        <p:nvPicPr>
          <p:cNvPr id="3" name="Image 0" descr="C:\Users\hiita\src\fragrance_questionnaire\manual\assets\generated-images\admin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658368"/>
            <a:ext cx="6583680" cy="3703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498848"/>
            <a:ext cx="12191695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" y="566928"/>
            <a:ext cx="338328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8368" y="1078992"/>
            <a:ext cx="1444752" cy="347472"/>
          </a:xfrm>
          <a:prstGeom prst="roundRect">
            <a:avLst/>
          </a:prstGeom>
          <a:solidFill>
            <a:srgbClr val="C48B30">
              <a:alpha val="88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152144"/>
            <a:ext cx="11887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管理者向け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1664208"/>
            <a:ext cx="41605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管理者操作マニュアル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438912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1スライド1操作で、どこを押す・何を入力する・完了後に何が見えるかを確認できます。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4956048"/>
            <a:ext cx="777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確認順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5321808"/>
            <a:ext cx="336499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ログインする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ダッシュボードを見る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基本設定を変更する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配点ロジックを調整する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4498848" y="5321808"/>
            <a:ext cx="336499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原料ポイントを管理する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QR商品設定を確認する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QR依頼を確認する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8247888" y="5321808"/>
            <a:ext cx="336499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2/8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C48B30">
              <a:alpha val="88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管理者用の権限で設定画面に入ります。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スタッフ・管理者ログイン画面を開きます。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管理者用のログイン情報を入力します。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管理者ダッシュボードが表示されることを確認します。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スタッフ用アカウントでは管理設定を変更できません。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C48B30">
              <a:alpha val="92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admin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管理者ダッシュボードが表示されれば完了です。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3/8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C48B30">
              <a:alpha val="88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ダッシュボードを見る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全体状況と対応が必要な項目を確認します。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予約、スタッフ運用、QR依頼の状況を確認します。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通知や期限超過の有無を見ます。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必要な設定ページへ移動します。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数字が想定と違う場合は、まず対象期間と担当者条件を確認します。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C48B30">
              <a:alpha val="92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admin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対応優先度を決められれば完了です。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4/8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C48B30">
              <a:alpha val="88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基本設定を変更する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店舗運用に関わる表示や受付条件を調整します。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基本設定ページを開きます。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営業時間、受付条件、表示文言などを確認します。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変更後は保存し、実画面で反映を確認します。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運用ルールに関わる設定は、変更前後の内容を記録しておきます。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C48B30">
              <a:alpha val="92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admin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設定が保存されれば完了です。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5/8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C48B30">
              <a:alpha val="88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配点ロジックを調整する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アンケート回答から5軸へ変換する重みを管理します。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配点ロジックページを開きます。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質問ごとの5軸加点を確認します。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変更後、想定した5軸結果になるか確認します。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5軸は原料提案に直結します。大きな変更は事前に方針確認が必要です。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C48B30">
              <a:alpha val="92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admin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保存後にテスト回答で確認できれば完了です。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6/8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C48B30">
              <a:alpha val="88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原料ポイントを管理する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5軸結果から原料提案しやすいよう、原料の特徴を整えます。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原料ポイントページを開きます。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各原料がどの軸に寄るか確認します。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スタッフが迷わない説明になるよう調整します。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原料テンプレートは、現場の提案品質に直接影響します。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C48B30">
              <a:alpha val="92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admin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スタッフが説明できる内容になれば完了です。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7/8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C48B30">
              <a:alpha val="88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QR商品設定を確認する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作成依頼の価格や受付条件を管理します。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QR商品設定ページを開きます。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10ml、30mlなどの価格と条件を確認します。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変更後はQR商品ページで見え方を確認します。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QR導線は会員導線とは別です。第三者向け表示を混ぜないでください。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C48B30">
              <a:alpha val="92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admin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価格と受付条件が確認できれば完了です。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8/8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C48B30">
              <a:alpha val="88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QR依頼を確認する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作成依頼の対応状況を管理し、期限超過を防ぎます。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QR依頼一覧ページを開きます。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未対応、作成可能、作成不可などの状態を確認します。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C48B30"/>
          </a:solidFill>
          <a:ln w="12700">
            <a:solidFill>
              <a:srgbClr val="C48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必要に応じてスタッフへ確認を依頼します。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3営業日以内の判断が必要な依頼を優先して確認します。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C48B30">
              <a:alpha val="92000"/>
            </a:srgbClr>
          </a:solidFill>
          <a:ln w="12700">
            <a:solidFill>
              <a:srgbClr val="C48B3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admin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48B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未対応依頼の状況が把握できれば完了です。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Fragrance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管理者操作マニュアル</dc:title>
  <dc:subject>管理者操作マニュアル</dc:subject>
  <dc:creator>Fragrance Workshop</dc:creator>
  <cp:lastModifiedBy>Fragrance Workshop</cp:lastModifiedBy>
  <cp:revision>1</cp:revision>
  <dcterms:created xsi:type="dcterms:W3CDTF">2026-05-07T11:17:15Z</dcterms:created>
  <dcterms:modified xsi:type="dcterms:W3CDTF">2026-05-07T11:17:15Z</dcterms:modified>
</cp:coreProperties>
</file>